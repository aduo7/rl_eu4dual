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4113" cy="21388388"/>
  <p:notesSz cx="6858000" cy="9144000"/>
  <p:defaultTextStyle>
    <a:defPPr>
      <a:defRPr lang="es-ES"/>
    </a:defPPr>
    <a:lvl1pPr marL="0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1pPr>
    <a:lvl2pPr marL="1043193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2pPr>
    <a:lvl3pPr marL="2086386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3pPr>
    <a:lvl4pPr marL="3129580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4pPr>
    <a:lvl5pPr marL="4172773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5pPr>
    <a:lvl6pPr marL="5215966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6pPr>
    <a:lvl7pPr marL="6259159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7pPr>
    <a:lvl8pPr marL="7302353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8pPr>
    <a:lvl9pPr marL="8345546" algn="l" defTabSz="1043193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7">
          <p15:clr>
            <a:srgbClr val="A4A3A4"/>
          </p15:clr>
        </p15:guide>
        <p15:guide id="2" pos="47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ACBD"/>
    <a:srgbClr val="00AC00"/>
    <a:srgbClr val="003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57" d="100"/>
          <a:sy n="57" d="100"/>
        </p:scale>
        <p:origin x="1276" y="-3784"/>
      </p:cViewPr>
      <p:guideLst>
        <p:guide orient="horz" pos="6737"/>
        <p:guide pos="47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34309" y="6644264"/>
            <a:ext cx="12855496" cy="4584641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68617" y="12120087"/>
            <a:ext cx="10586879" cy="5465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43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086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12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172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215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259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302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345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640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9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4701" y="13744021"/>
            <a:ext cx="12855496" cy="4247972"/>
          </a:xfrm>
        </p:spPr>
        <p:txBody>
          <a:bodyPr anchor="t"/>
          <a:lstStyle>
            <a:lvl1pPr algn="l">
              <a:defRPr sz="91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94701" y="9065313"/>
            <a:ext cx="12855496" cy="4678708"/>
          </a:xfrm>
        </p:spPr>
        <p:txBody>
          <a:bodyPr anchor="b"/>
          <a:lstStyle>
            <a:lvl1pPr marL="0" indent="0">
              <a:buNone/>
              <a:defRPr sz="4600">
                <a:solidFill>
                  <a:schemeClr val="tx1">
                    <a:tint val="75000"/>
                  </a:schemeClr>
                </a:solidFill>
              </a:defRPr>
            </a:lvl1pPr>
            <a:lvl2pPr marL="1043193" indent="0">
              <a:buNone/>
              <a:defRPr sz="4100">
                <a:solidFill>
                  <a:schemeClr val="tx1">
                    <a:tint val="75000"/>
                  </a:schemeClr>
                </a:solidFill>
              </a:defRPr>
            </a:lvl2pPr>
            <a:lvl3pPr marL="2086386" indent="0">
              <a:buNone/>
              <a:defRPr sz="3700">
                <a:solidFill>
                  <a:schemeClr val="tx1">
                    <a:tint val="75000"/>
                  </a:schemeClr>
                </a:solidFill>
              </a:defRPr>
            </a:lvl3pPr>
            <a:lvl4pPr marL="31295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417277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521596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625915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730235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834554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2492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56205" y="4990626"/>
            <a:ext cx="6679817" cy="14115347"/>
          </a:xfrm>
        </p:spPr>
        <p:txBody>
          <a:bodyPr/>
          <a:lstStyle>
            <a:lvl1pPr>
              <a:defRPr sz="6400"/>
            </a:lvl1pPr>
            <a:lvl2pPr>
              <a:defRPr sz="5500"/>
            </a:lvl2pPr>
            <a:lvl3pPr>
              <a:defRPr sz="460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688091" y="4990626"/>
            <a:ext cx="6679817" cy="14115347"/>
          </a:xfrm>
        </p:spPr>
        <p:txBody>
          <a:bodyPr/>
          <a:lstStyle>
            <a:lvl1pPr>
              <a:defRPr sz="6400"/>
            </a:lvl1pPr>
            <a:lvl2pPr>
              <a:defRPr sz="5500"/>
            </a:lvl2pPr>
            <a:lvl3pPr>
              <a:defRPr sz="4600"/>
            </a:lvl3pPr>
            <a:lvl4pPr>
              <a:defRPr sz="4100"/>
            </a:lvl4pPr>
            <a:lvl5pPr>
              <a:defRPr sz="4100"/>
            </a:lvl5pPr>
            <a:lvl6pPr>
              <a:defRPr sz="4100"/>
            </a:lvl6pPr>
            <a:lvl7pPr>
              <a:defRPr sz="4100"/>
            </a:lvl7pPr>
            <a:lvl8pPr>
              <a:defRPr sz="4100"/>
            </a:lvl8pPr>
            <a:lvl9pPr>
              <a:defRPr sz="41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927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56206" y="4787634"/>
            <a:ext cx="6682443" cy="1995258"/>
          </a:xfrm>
        </p:spPr>
        <p:txBody>
          <a:bodyPr anchor="b"/>
          <a:lstStyle>
            <a:lvl1pPr marL="0" indent="0">
              <a:buNone/>
              <a:defRPr sz="5500" b="1"/>
            </a:lvl1pPr>
            <a:lvl2pPr marL="1043193" indent="0">
              <a:buNone/>
              <a:defRPr sz="4600" b="1"/>
            </a:lvl2pPr>
            <a:lvl3pPr marL="2086386" indent="0">
              <a:buNone/>
              <a:defRPr sz="4100" b="1"/>
            </a:lvl3pPr>
            <a:lvl4pPr marL="3129580" indent="0">
              <a:buNone/>
              <a:defRPr sz="3700" b="1"/>
            </a:lvl4pPr>
            <a:lvl5pPr marL="4172773" indent="0">
              <a:buNone/>
              <a:defRPr sz="3700" b="1"/>
            </a:lvl5pPr>
            <a:lvl6pPr marL="5215966" indent="0">
              <a:buNone/>
              <a:defRPr sz="3700" b="1"/>
            </a:lvl6pPr>
            <a:lvl7pPr marL="6259159" indent="0">
              <a:buNone/>
              <a:defRPr sz="3700" b="1"/>
            </a:lvl7pPr>
            <a:lvl8pPr marL="7302353" indent="0">
              <a:buNone/>
              <a:defRPr sz="3700" b="1"/>
            </a:lvl8pPr>
            <a:lvl9pPr marL="8345546" indent="0">
              <a:buNone/>
              <a:defRPr sz="37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56206" y="6782891"/>
            <a:ext cx="6682443" cy="12323080"/>
          </a:xfrm>
        </p:spPr>
        <p:txBody>
          <a:bodyPr/>
          <a:lstStyle>
            <a:lvl1pPr>
              <a:defRPr sz="5500"/>
            </a:lvl1pPr>
            <a:lvl2pPr>
              <a:defRPr sz="4600"/>
            </a:lvl2pPr>
            <a:lvl3pPr>
              <a:defRPr sz="41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682840" y="4787634"/>
            <a:ext cx="6685068" cy="1995258"/>
          </a:xfrm>
        </p:spPr>
        <p:txBody>
          <a:bodyPr anchor="b"/>
          <a:lstStyle>
            <a:lvl1pPr marL="0" indent="0">
              <a:buNone/>
              <a:defRPr sz="5500" b="1"/>
            </a:lvl1pPr>
            <a:lvl2pPr marL="1043193" indent="0">
              <a:buNone/>
              <a:defRPr sz="4600" b="1"/>
            </a:lvl2pPr>
            <a:lvl3pPr marL="2086386" indent="0">
              <a:buNone/>
              <a:defRPr sz="4100" b="1"/>
            </a:lvl3pPr>
            <a:lvl4pPr marL="3129580" indent="0">
              <a:buNone/>
              <a:defRPr sz="3700" b="1"/>
            </a:lvl4pPr>
            <a:lvl5pPr marL="4172773" indent="0">
              <a:buNone/>
              <a:defRPr sz="3700" b="1"/>
            </a:lvl5pPr>
            <a:lvl6pPr marL="5215966" indent="0">
              <a:buNone/>
              <a:defRPr sz="3700" b="1"/>
            </a:lvl6pPr>
            <a:lvl7pPr marL="6259159" indent="0">
              <a:buNone/>
              <a:defRPr sz="3700" b="1"/>
            </a:lvl7pPr>
            <a:lvl8pPr marL="7302353" indent="0">
              <a:buNone/>
              <a:defRPr sz="3700" b="1"/>
            </a:lvl8pPr>
            <a:lvl9pPr marL="8345546" indent="0">
              <a:buNone/>
              <a:defRPr sz="37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682840" y="6782891"/>
            <a:ext cx="6685068" cy="12323080"/>
          </a:xfrm>
        </p:spPr>
        <p:txBody>
          <a:bodyPr/>
          <a:lstStyle>
            <a:lvl1pPr>
              <a:defRPr sz="5500"/>
            </a:lvl1pPr>
            <a:lvl2pPr>
              <a:defRPr sz="4600"/>
            </a:lvl2pPr>
            <a:lvl3pPr>
              <a:defRPr sz="41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80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786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12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6206" y="851574"/>
            <a:ext cx="4975729" cy="3624144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13108" y="851576"/>
            <a:ext cx="8454799" cy="18254397"/>
          </a:xfrm>
        </p:spPr>
        <p:txBody>
          <a:bodyPr/>
          <a:lstStyle>
            <a:lvl1pPr>
              <a:defRPr sz="7300"/>
            </a:lvl1pPr>
            <a:lvl2pPr>
              <a:defRPr sz="6400"/>
            </a:lvl2pPr>
            <a:lvl3pPr>
              <a:defRPr sz="5500"/>
            </a:lvl3pPr>
            <a:lvl4pPr>
              <a:defRPr sz="4600"/>
            </a:lvl4pPr>
            <a:lvl5pPr>
              <a:defRPr sz="4600"/>
            </a:lvl5pPr>
            <a:lvl6pPr>
              <a:defRPr sz="4600"/>
            </a:lvl6pPr>
            <a:lvl7pPr>
              <a:defRPr sz="4600"/>
            </a:lvl7pPr>
            <a:lvl8pPr>
              <a:defRPr sz="4600"/>
            </a:lvl8pPr>
            <a:lvl9pPr>
              <a:defRPr sz="4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56206" y="4475720"/>
            <a:ext cx="4975729" cy="14630253"/>
          </a:xfrm>
        </p:spPr>
        <p:txBody>
          <a:bodyPr/>
          <a:lstStyle>
            <a:lvl1pPr marL="0" indent="0">
              <a:buNone/>
              <a:defRPr sz="3200"/>
            </a:lvl1pPr>
            <a:lvl2pPr marL="1043193" indent="0">
              <a:buNone/>
              <a:defRPr sz="2700"/>
            </a:lvl2pPr>
            <a:lvl3pPr marL="2086386" indent="0">
              <a:buNone/>
              <a:defRPr sz="2300"/>
            </a:lvl3pPr>
            <a:lvl4pPr marL="3129580" indent="0">
              <a:buNone/>
              <a:defRPr sz="2100"/>
            </a:lvl4pPr>
            <a:lvl5pPr marL="4172773" indent="0">
              <a:buNone/>
              <a:defRPr sz="2100"/>
            </a:lvl5pPr>
            <a:lvl6pPr marL="5215966" indent="0">
              <a:buNone/>
              <a:defRPr sz="2100"/>
            </a:lvl6pPr>
            <a:lvl7pPr marL="6259159" indent="0">
              <a:buNone/>
              <a:defRPr sz="2100"/>
            </a:lvl7pPr>
            <a:lvl8pPr marL="7302353" indent="0">
              <a:buNone/>
              <a:defRPr sz="2100"/>
            </a:lvl8pPr>
            <a:lvl9pPr marL="8345546" indent="0">
              <a:buNone/>
              <a:defRPr sz="21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522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64432" y="14971872"/>
            <a:ext cx="9074468" cy="1767514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964432" y="1911092"/>
            <a:ext cx="9074468" cy="12833033"/>
          </a:xfrm>
        </p:spPr>
        <p:txBody>
          <a:bodyPr/>
          <a:lstStyle>
            <a:lvl1pPr marL="0" indent="0">
              <a:buNone/>
              <a:defRPr sz="7300"/>
            </a:lvl1pPr>
            <a:lvl2pPr marL="1043193" indent="0">
              <a:buNone/>
              <a:defRPr sz="6400"/>
            </a:lvl2pPr>
            <a:lvl3pPr marL="2086386" indent="0">
              <a:buNone/>
              <a:defRPr sz="5500"/>
            </a:lvl3pPr>
            <a:lvl4pPr marL="3129580" indent="0">
              <a:buNone/>
              <a:defRPr sz="4600"/>
            </a:lvl4pPr>
            <a:lvl5pPr marL="4172773" indent="0">
              <a:buNone/>
              <a:defRPr sz="4600"/>
            </a:lvl5pPr>
            <a:lvl6pPr marL="5215966" indent="0">
              <a:buNone/>
              <a:defRPr sz="4600"/>
            </a:lvl6pPr>
            <a:lvl7pPr marL="6259159" indent="0">
              <a:buNone/>
              <a:defRPr sz="4600"/>
            </a:lvl7pPr>
            <a:lvl8pPr marL="7302353" indent="0">
              <a:buNone/>
              <a:defRPr sz="4600"/>
            </a:lvl8pPr>
            <a:lvl9pPr marL="8345546" indent="0">
              <a:buNone/>
              <a:defRPr sz="46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964432" y="16739386"/>
            <a:ext cx="9074468" cy="2510163"/>
          </a:xfrm>
        </p:spPr>
        <p:txBody>
          <a:bodyPr/>
          <a:lstStyle>
            <a:lvl1pPr marL="0" indent="0">
              <a:buNone/>
              <a:defRPr sz="3200"/>
            </a:lvl1pPr>
            <a:lvl2pPr marL="1043193" indent="0">
              <a:buNone/>
              <a:defRPr sz="2700"/>
            </a:lvl2pPr>
            <a:lvl3pPr marL="2086386" indent="0">
              <a:buNone/>
              <a:defRPr sz="2300"/>
            </a:lvl3pPr>
            <a:lvl4pPr marL="3129580" indent="0">
              <a:buNone/>
              <a:defRPr sz="2100"/>
            </a:lvl4pPr>
            <a:lvl5pPr marL="4172773" indent="0">
              <a:buNone/>
              <a:defRPr sz="2100"/>
            </a:lvl5pPr>
            <a:lvl6pPr marL="5215966" indent="0">
              <a:buNone/>
              <a:defRPr sz="2100"/>
            </a:lvl6pPr>
            <a:lvl7pPr marL="6259159" indent="0">
              <a:buNone/>
              <a:defRPr sz="2100"/>
            </a:lvl7pPr>
            <a:lvl8pPr marL="7302353" indent="0">
              <a:buNone/>
              <a:defRPr sz="2100"/>
            </a:lvl8pPr>
            <a:lvl9pPr marL="8345546" indent="0">
              <a:buNone/>
              <a:defRPr sz="21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897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079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964982" y="856529"/>
            <a:ext cx="3402925" cy="18249444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56206" y="856529"/>
            <a:ext cx="9956708" cy="18249444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793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756206" y="856527"/>
            <a:ext cx="13611702" cy="3564731"/>
          </a:xfrm>
          <a:prstGeom prst="rect">
            <a:avLst/>
          </a:prstGeom>
        </p:spPr>
        <p:txBody>
          <a:bodyPr vert="horz" lIns="208639" tIns="104319" rIns="208639" bIns="104319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56206" y="4990626"/>
            <a:ext cx="13611702" cy="14115347"/>
          </a:xfrm>
          <a:prstGeom prst="rect">
            <a:avLst/>
          </a:prstGeom>
        </p:spPr>
        <p:txBody>
          <a:bodyPr vert="horz" lIns="208639" tIns="104319" rIns="208639" bIns="104319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56206" y="19823868"/>
            <a:ext cx="3528960" cy="1138734"/>
          </a:xfrm>
          <a:prstGeom prst="rect">
            <a:avLst/>
          </a:prstGeom>
        </p:spPr>
        <p:txBody>
          <a:bodyPr vert="horz" lIns="208639" tIns="104319" rIns="208639" bIns="104319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2E98-36D1-CB48-91EA-6ED79B65E4A0}" type="datetimeFigureOut">
              <a:rPr lang="es-ES" smtClean="0"/>
              <a:t>20/11/2019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167406" y="19823868"/>
            <a:ext cx="4789302" cy="1138734"/>
          </a:xfrm>
          <a:prstGeom prst="rect">
            <a:avLst/>
          </a:prstGeom>
        </p:spPr>
        <p:txBody>
          <a:bodyPr vert="horz" lIns="208639" tIns="104319" rIns="208639" bIns="104319" rtlCol="0" anchor="ctr"/>
          <a:lstStyle>
            <a:lvl1pPr algn="ctr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838948" y="19823868"/>
            <a:ext cx="3528960" cy="1138734"/>
          </a:xfrm>
          <a:prstGeom prst="rect">
            <a:avLst/>
          </a:prstGeom>
        </p:spPr>
        <p:txBody>
          <a:bodyPr vert="horz" lIns="208639" tIns="104319" rIns="208639" bIns="104319" rtlCol="0" anchor="ctr"/>
          <a:lstStyle>
            <a:lvl1pPr algn="r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86F75-F2F4-694B-AF4E-8EB1272E08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350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43193" rtl="0" eaLnBrk="1" latinLnBrk="0" hangingPunct="1">
        <a:spcBef>
          <a:spcPct val="0"/>
        </a:spcBef>
        <a:buNone/>
        <a:defRPr sz="10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2395" indent="-782395" algn="l" defTabSz="1043193" rtl="0" eaLnBrk="1" latinLnBrk="0" hangingPunct="1">
        <a:spcBef>
          <a:spcPct val="20000"/>
        </a:spcBef>
        <a:buFont typeface="Arial"/>
        <a:buChar char="•"/>
        <a:defRPr sz="7300" kern="1200">
          <a:solidFill>
            <a:schemeClr val="tx1"/>
          </a:solidFill>
          <a:latin typeface="+mn-lt"/>
          <a:ea typeface="+mn-ea"/>
          <a:cs typeface="+mn-cs"/>
        </a:defRPr>
      </a:lvl1pPr>
      <a:lvl2pPr marL="1695189" indent="-651996" algn="l" defTabSz="1043193" rtl="0" eaLnBrk="1" latinLnBrk="0" hangingPunct="1">
        <a:spcBef>
          <a:spcPct val="20000"/>
        </a:spcBef>
        <a:buFont typeface="Arial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2607983" indent="-521597" algn="l" defTabSz="1043193" rtl="0" eaLnBrk="1" latinLnBrk="0" hangingPunct="1">
        <a:spcBef>
          <a:spcPct val="20000"/>
        </a:spcBef>
        <a:buFont typeface="Arial"/>
        <a:buChar char="•"/>
        <a:defRPr sz="5500" kern="1200">
          <a:solidFill>
            <a:schemeClr val="tx1"/>
          </a:solidFill>
          <a:latin typeface="+mn-lt"/>
          <a:ea typeface="+mn-ea"/>
          <a:cs typeface="+mn-cs"/>
        </a:defRPr>
      </a:lvl3pPr>
      <a:lvl4pPr marL="3651176" indent="-521597" algn="l" defTabSz="1043193" rtl="0" eaLnBrk="1" latinLnBrk="0" hangingPunct="1">
        <a:spcBef>
          <a:spcPct val="20000"/>
        </a:spcBef>
        <a:buFont typeface="Arial"/>
        <a:buChar char="–"/>
        <a:defRPr sz="4600" kern="1200">
          <a:solidFill>
            <a:schemeClr val="tx1"/>
          </a:solidFill>
          <a:latin typeface="+mn-lt"/>
          <a:ea typeface="+mn-ea"/>
          <a:cs typeface="+mn-cs"/>
        </a:defRPr>
      </a:lvl4pPr>
      <a:lvl5pPr marL="4694370" indent="-521597" algn="l" defTabSz="1043193" rtl="0" eaLnBrk="1" latinLnBrk="0" hangingPunct="1">
        <a:spcBef>
          <a:spcPct val="20000"/>
        </a:spcBef>
        <a:buFont typeface="Arial"/>
        <a:buChar char="»"/>
        <a:defRPr sz="4600" kern="1200">
          <a:solidFill>
            <a:schemeClr val="tx1"/>
          </a:solidFill>
          <a:latin typeface="+mn-lt"/>
          <a:ea typeface="+mn-ea"/>
          <a:cs typeface="+mn-cs"/>
        </a:defRPr>
      </a:lvl5pPr>
      <a:lvl6pPr marL="5737563" indent="-521597" algn="l" defTabSz="104319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6pPr>
      <a:lvl7pPr marL="6780756" indent="-521597" algn="l" defTabSz="104319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7pPr>
      <a:lvl8pPr marL="7823949" indent="-521597" algn="l" defTabSz="104319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8pPr>
      <a:lvl9pPr marL="8867143" indent="-521597" algn="l" defTabSz="104319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1043193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2pPr>
      <a:lvl3pPr marL="2086386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3129580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4pPr>
      <a:lvl5pPr marL="4172773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5pPr>
      <a:lvl6pPr marL="5215966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6pPr>
      <a:lvl7pPr marL="6259159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7pPr>
      <a:lvl8pPr marL="7302353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8pPr>
      <a:lvl9pPr marL="8345546" algn="l" defTabSz="1043193" rtl="0" eaLnBrk="1" latinLnBrk="0" hangingPunct="1">
        <a:defRPr sz="4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36890" y="3530201"/>
            <a:ext cx="12506117" cy="838491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110000"/>
              </a:lnSpc>
            </a:pPr>
            <a:r>
              <a:rPr lang="en-US" sz="4000" b="1" dirty="0" smtClean="0">
                <a:solidFill>
                  <a:srgbClr val="003B45"/>
                </a:solidFill>
                <a:latin typeface="Arial"/>
                <a:cs typeface="Arial"/>
              </a:rPr>
              <a:t>CONSED UTATIBERNAT</a:t>
            </a:r>
            <a:r>
              <a:rPr lang="it-IT" sz="9600" b="1" baseline="30000" dirty="0">
                <a:latin typeface="Arial"/>
                <a:cs typeface="Arial"/>
              </a:rPr>
              <a:t/>
            </a:r>
            <a:br>
              <a:rPr lang="it-IT" sz="9600" b="1" baseline="30000" dirty="0">
                <a:latin typeface="Arial"/>
                <a:cs typeface="Arial"/>
              </a:rPr>
            </a:br>
            <a:r>
              <a:rPr lang="en-US" sz="4000" b="1" dirty="0" smtClean="0">
                <a:solidFill>
                  <a:srgbClr val="003B45"/>
                </a:solidFill>
                <a:latin typeface="Arial"/>
                <a:cs typeface="Arial"/>
              </a:rPr>
              <a:t/>
            </a:r>
            <a:br>
              <a:rPr lang="en-US" sz="4000" b="1" dirty="0" smtClean="0">
                <a:solidFill>
                  <a:srgbClr val="003B45"/>
                </a:solidFill>
                <a:latin typeface="Arial"/>
                <a:cs typeface="Arial"/>
              </a:rPr>
            </a:br>
            <a:endParaRPr lang="en-US" sz="4000" b="1" dirty="0">
              <a:solidFill>
                <a:srgbClr val="003B45"/>
              </a:solidFill>
              <a:latin typeface="Arial"/>
              <a:cs typeface="Arial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306032" y="5964535"/>
            <a:ext cx="8444864" cy="512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baseline="30000" dirty="0"/>
              <a:t>Doluptat ipiet dolupta </a:t>
            </a:r>
            <a:r>
              <a:rPr lang="ro-RO" b="1" baseline="30000" dirty="0" smtClean="0"/>
              <a:t>tiatiu</a:t>
            </a:r>
            <a:endParaRPr lang="ro-RO" b="1" baseline="30000" dirty="0"/>
          </a:p>
        </p:txBody>
      </p:sp>
      <p:sp>
        <p:nvSpPr>
          <p:cNvPr id="6" name="Rectángulo 5"/>
          <p:cNvSpPr/>
          <p:nvPr/>
        </p:nvSpPr>
        <p:spPr>
          <a:xfrm>
            <a:off x="1306032" y="6373414"/>
            <a:ext cx="8117037" cy="2862323"/>
          </a:xfrm>
          <a:prstGeom prst="rect">
            <a:avLst/>
          </a:prstGeom>
        </p:spPr>
        <p:txBody>
          <a:bodyPr wrap="square" numCol="2" spcCol="360000">
            <a:noAutofit/>
          </a:bodyPr>
          <a:lstStyle/>
          <a:p>
            <a:pPr algn="just"/>
            <a:r>
              <a:rPr lang="pt-BR" sz="1800" baseline="30000" dirty="0" err="1"/>
              <a:t>Illiatur</a:t>
            </a:r>
            <a:r>
              <a:rPr lang="pt-BR" sz="1800" baseline="30000" dirty="0"/>
              <a:t>, </a:t>
            </a:r>
            <a:r>
              <a:rPr lang="pt-BR" sz="1800" baseline="30000" dirty="0" err="1"/>
              <a:t>conestibus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dolupti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ssiminu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lparum</a:t>
            </a:r>
            <a:r>
              <a:rPr lang="pt-BR" sz="1800" baseline="30000" dirty="0"/>
              <a:t> que </a:t>
            </a:r>
            <a:r>
              <a:rPr lang="pt-BR" sz="1800" baseline="30000" dirty="0" err="1"/>
              <a:t>vent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rempores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aborio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volum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libus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simoluptat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inum</a:t>
            </a:r>
            <a:r>
              <a:rPr lang="pt-BR" sz="1800" baseline="30000" dirty="0"/>
              <a:t> que </a:t>
            </a:r>
            <a:r>
              <a:rPr lang="pt-BR" sz="1800" baseline="30000" dirty="0" err="1"/>
              <a:t>mincia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doleseque</a:t>
            </a:r>
            <a:r>
              <a:rPr lang="pt-BR" sz="1800" baseline="30000" dirty="0"/>
              <a:t> as </a:t>
            </a:r>
            <a:r>
              <a:rPr lang="pt-BR" sz="1800" baseline="30000" dirty="0" err="1"/>
              <a:t>andebissequi</a:t>
            </a:r>
            <a:r>
              <a:rPr lang="pt-BR" sz="1800" baseline="30000" dirty="0"/>
              <a:t> si </a:t>
            </a:r>
            <a:r>
              <a:rPr lang="pt-BR" sz="1800" baseline="30000" dirty="0" err="1"/>
              <a:t>re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doluptatecte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nost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quiae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nissuntem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illorib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usdandes</a:t>
            </a:r>
            <a:r>
              <a:rPr lang="pt-BR" sz="1800" baseline="30000" dirty="0"/>
              <a:t> et, </a:t>
            </a:r>
            <a:r>
              <a:rPr lang="pt-BR" sz="1800" baseline="30000" dirty="0" err="1"/>
              <a:t>nusciet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aut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facesciis</a:t>
            </a:r>
            <a:r>
              <a:rPr lang="pt-BR" sz="1800" baseline="30000" dirty="0"/>
              <a:t> </a:t>
            </a:r>
            <a:r>
              <a:rPr lang="pt-BR" sz="1800" baseline="30000" dirty="0" smtClean="0"/>
              <a:t>autem </a:t>
            </a:r>
            <a:r>
              <a:rPr lang="pt-BR" sz="1800" baseline="30000" dirty="0" err="1" smtClean="0"/>
              <a:t>conem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entiaes</a:t>
            </a:r>
            <a:r>
              <a:rPr lang="pt-BR" sz="1800" baseline="30000" dirty="0" smtClean="0"/>
              <a:t> et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vid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maxim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veruptat</a:t>
            </a:r>
            <a:r>
              <a:rPr lang="pt-BR" sz="1800" baseline="30000" dirty="0" smtClean="0"/>
              <a:t>.</a:t>
            </a:r>
          </a:p>
          <a:p>
            <a:pPr algn="just"/>
            <a:r>
              <a:rPr lang="pt-BR" sz="1800" baseline="30000" dirty="0" err="1" smtClean="0"/>
              <a:t>Mo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esequam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am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dolorrum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endendent</a:t>
            </a:r>
            <a:r>
              <a:rPr lang="pt-BR" sz="1800" baseline="30000" dirty="0" smtClean="0"/>
              <a:t>, sum </a:t>
            </a:r>
            <a:r>
              <a:rPr lang="pt-BR" sz="1800" baseline="30000" dirty="0" err="1" smtClean="0"/>
              <a:t>assi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untenis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niaeptis</a:t>
            </a:r>
            <a:r>
              <a:rPr lang="pt-BR" sz="1800" baseline="30000" dirty="0" smtClean="0"/>
              <a:t> aliam </a:t>
            </a:r>
            <a:r>
              <a:rPr lang="pt-BR" sz="1800" baseline="30000" dirty="0" err="1" smtClean="0"/>
              <a:t>eiciatur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nihicto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ribero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temporepta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autessi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taquam</a:t>
            </a:r>
            <a:r>
              <a:rPr lang="pt-BR" sz="1800" baseline="30000" dirty="0" smtClean="0"/>
              <a:t>, ut </a:t>
            </a:r>
            <a:r>
              <a:rPr lang="pt-BR" sz="1800" baseline="30000" dirty="0" err="1" smtClean="0"/>
              <a:t>eum</a:t>
            </a:r>
            <a:r>
              <a:rPr lang="pt-BR" sz="1800" baseline="30000" dirty="0" smtClean="0"/>
              <a:t> labo. Seque </a:t>
            </a:r>
            <a:r>
              <a:rPr lang="pt-BR" sz="1800" baseline="30000" dirty="0" err="1" smtClean="0"/>
              <a:t>cusdae</a:t>
            </a:r>
            <a:r>
              <a:rPr lang="pt-BR" sz="1800" baseline="30000" dirty="0" smtClean="0"/>
              <a:t>. Nam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quae</a:t>
            </a:r>
            <a:r>
              <a:rPr lang="pt-BR" sz="1800" baseline="30000" dirty="0" smtClean="0"/>
              <a:t>. </a:t>
            </a:r>
            <a:r>
              <a:rPr lang="pt-BR" sz="1800" baseline="30000" dirty="0" err="1" smtClean="0"/>
              <a:t>Ibusciet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consequatum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acia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culluptat</a:t>
            </a:r>
            <a:r>
              <a:rPr lang="pt-BR" sz="1800" baseline="30000" dirty="0" smtClean="0"/>
              <a:t>.</a:t>
            </a:r>
          </a:p>
          <a:p>
            <a:pPr algn="just"/>
            <a:endParaRPr lang="es-ES" sz="1800" baseline="30000" dirty="0" smtClean="0"/>
          </a:p>
          <a:p>
            <a:pPr algn="just"/>
            <a:r>
              <a:rPr lang="it-IT" sz="1800" baseline="30000" dirty="0" smtClean="0"/>
              <a:t>Solessi </a:t>
            </a:r>
            <a:r>
              <a:rPr lang="it-IT" sz="1800" baseline="30000" dirty="0" err="1" smtClean="0"/>
              <a:t>miliquis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nihil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facerum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aliquatiis</a:t>
            </a:r>
            <a:r>
              <a:rPr lang="it-IT" sz="1800" baseline="30000" dirty="0" smtClean="0"/>
              <a:t> sin re </a:t>
            </a:r>
            <a:r>
              <a:rPr lang="it-IT" sz="1800" baseline="30000" dirty="0" err="1" smtClean="0"/>
              <a:t>nonsecupta</a:t>
            </a:r>
            <a:r>
              <a:rPr lang="it-IT" sz="1800" baseline="30000" dirty="0" smtClean="0"/>
              <a:t>  aut </a:t>
            </a:r>
            <a:r>
              <a:rPr lang="it-IT" sz="1800" baseline="30000" dirty="0" err="1" smtClean="0"/>
              <a:t>volupta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sit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quibus</a:t>
            </a:r>
            <a:r>
              <a:rPr lang="it-IT" sz="1800" baseline="30000" dirty="0" smtClean="0"/>
              <a:t>, </a:t>
            </a:r>
            <a:r>
              <a:rPr lang="it-IT" sz="1800" baseline="30000" dirty="0" err="1" smtClean="0"/>
              <a:t>volorerfero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molorenis</a:t>
            </a:r>
            <a:r>
              <a:rPr lang="it-IT" sz="1800" baseline="30000" dirty="0" smtClean="0"/>
              <a:t> et et aliti con </a:t>
            </a:r>
            <a:r>
              <a:rPr lang="it-IT" sz="1800" baseline="30000" dirty="0" err="1" smtClean="0"/>
              <a:t>perrum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assum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harchil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im</a:t>
            </a:r>
            <a:r>
              <a:rPr lang="it-IT" sz="1800" baseline="30000" dirty="0" smtClean="0"/>
              <a:t> sum </a:t>
            </a:r>
            <a:r>
              <a:rPr lang="it-IT" sz="1800" baseline="30000" dirty="0" err="1" smtClean="0"/>
              <a:t>sunt</a:t>
            </a:r>
            <a:r>
              <a:rPr lang="it-IT" sz="1800" baseline="30000" dirty="0" smtClean="0"/>
              <a:t> fuga. Te </a:t>
            </a:r>
            <a:r>
              <a:rPr lang="it-IT" sz="1800" baseline="30000" dirty="0" err="1" smtClean="0"/>
              <a:t>ipsa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nemodis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elecatas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debis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que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parum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alit</a:t>
            </a:r>
            <a:r>
              <a:rPr lang="it-IT" sz="1800" baseline="30000" dirty="0" smtClean="0"/>
              <a:t> od es </a:t>
            </a:r>
            <a:r>
              <a:rPr lang="it-IT" sz="1800" baseline="30000" dirty="0" err="1" smtClean="0"/>
              <a:t>volorep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erepeli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citiatectur</a:t>
            </a:r>
            <a:r>
              <a:rPr lang="it-IT" sz="1800" baseline="30000" dirty="0" smtClean="0"/>
              <a:t>?</a:t>
            </a:r>
          </a:p>
          <a:p>
            <a:pPr algn="just"/>
            <a:r>
              <a:rPr lang="pt-BR" sz="1800" baseline="30000" dirty="0" err="1" smtClean="0"/>
              <a:t>Illiatur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conestibus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dolupti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ssiminu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lparum</a:t>
            </a:r>
            <a:r>
              <a:rPr lang="pt-BR" sz="1800" baseline="30000" dirty="0" smtClean="0"/>
              <a:t> que </a:t>
            </a:r>
            <a:r>
              <a:rPr lang="pt-BR" sz="1800" baseline="30000" dirty="0" err="1" smtClean="0"/>
              <a:t>vent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aborio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volum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libus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simoluptat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inum</a:t>
            </a:r>
            <a:r>
              <a:rPr lang="pt-BR" sz="1800" baseline="30000" dirty="0" smtClean="0"/>
              <a:t> que </a:t>
            </a:r>
            <a:r>
              <a:rPr lang="pt-BR" sz="1800" baseline="30000" dirty="0" err="1" smtClean="0"/>
              <a:t>mincia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doleseque</a:t>
            </a:r>
            <a:r>
              <a:rPr lang="pt-BR" sz="1800" baseline="30000" dirty="0" smtClean="0"/>
              <a:t> as </a:t>
            </a:r>
            <a:r>
              <a:rPr lang="pt-BR" sz="1800" baseline="30000" dirty="0" err="1" smtClean="0"/>
              <a:t>andebissequi</a:t>
            </a:r>
            <a:r>
              <a:rPr lang="pt-BR" sz="1800" baseline="30000" dirty="0" smtClean="0"/>
              <a:t> si </a:t>
            </a:r>
            <a:r>
              <a:rPr lang="pt-BR" sz="1800" baseline="30000" dirty="0" err="1" smtClean="0"/>
              <a:t>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doluptatecte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nost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quiae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nissuntem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illorib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usdandes</a:t>
            </a:r>
            <a:r>
              <a:rPr lang="pt-BR" sz="1800" baseline="30000" dirty="0" smtClean="0"/>
              <a:t> et, </a:t>
            </a:r>
            <a:r>
              <a:rPr lang="pt-BR" sz="1800" baseline="30000" dirty="0" err="1" smtClean="0"/>
              <a:t>nusciet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facesciis</a:t>
            </a:r>
            <a:r>
              <a:rPr lang="pt-BR" sz="1800" baseline="30000" dirty="0" smtClean="0"/>
              <a:t> autem </a:t>
            </a:r>
            <a:r>
              <a:rPr lang="pt-BR" sz="1800" baseline="30000" dirty="0" err="1" smtClean="0"/>
              <a:t>conem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entiaes</a:t>
            </a:r>
            <a:r>
              <a:rPr lang="pt-BR" sz="1800" baseline="30000" dirty="0" smtClean="0"/>
              <a:t> et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vid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maxim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veruptat</a:t>
            </a:r>
            <a:r>
              <a:rPr lang="pt-BR" sz="1800" baseline="30000" dirty="0" smtClean="0"/>
              <a:t>.</a:t>
            </a:r>
          </a:p>
          <a:p>
            <a:pPr algn="just"/>
            <a:r>
              <a:rPr lang="pt-BR" sz="1800" baseline="30000" dirty="0" err="1" smtClean="0"/>
              <a:t>Mo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esequam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am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dolorrum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endendent</a:t>
            </a:r>
            <a:r>
              <a:rPr lang="pt-BR" sz="1800" baseline="30000" dirty="0" smtClean="0"/>
              <a:t>, sum </a:t>
            </a:r>
            <a:r>
              <a:rPr lang="pt-BR" sz="1800" baseline="30000" dirty="0" err="1" smtClean="0"/>
              <a:t>assi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untenis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niaeptis</a:t>
            </a:r>
            <a:r>
              <a:rPr lang="pt-BR" sz="1800" baseline="30000" dirty="0" smtClean="0"/>
              <a:t> aliam </a:t>
            </a:r>
            <a:r>
              <a:rPr lang="pt-BR" sz="1800" baseline="30000" dirty="0" err="1" smtClean="0"/>
              <a:t>eiciatur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nihicto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ribero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temporepta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autessi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taquam</a:t>
            </a:r>
            <a:r>
              <a:rPr lang="pt-BR" sz="1800" baseline="30000" dirty="0" smtClean="0"/>
              <a:t>, ut </a:t>
            </a:r>
            <a:r>
              <a:rPr lang="pt-BR" sz="1800" baseline="30000" dirty="0" err="1" smtClean="0"/>
              <a:t>eum</a:t>
            </a:r>
            <a:r>
              <a:rPr lang="pt-BR" sz="1800" baseline="30000" dirty="0" smtClean="0"/>
              <a:t> labo. Seque </a:t>
            </a:r>
            <a:r>
              <a:rPr lang="pt-BR" sz="1800" baseline="30000" dirty="0" err="1" smtClean="0"/>
              <a:t>cusdae</a:t>
            </a:r>
            <a:r>
              <a:rPr lang="pt-BR" sz="1800" baseline="30000" dirty="0" smtClean="0"/>
              <a:t>. Nam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quae</a:t>
            </a:r>
            <a:r>
              <a:rPr lang="pt-BR" sz="1800" baseline="30000" dirty="0" smtClean="0"/>
              <a:t>. </a:t>
            </a:r>
            <a:r>
              <a:rPr lang="pt-BR" sz="1800" baseline="30000" dirty="0" err="1" smtClean="0"/>
              <a:t>Ibusciet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consequatum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acia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culluptat</a:t>
            </a:r>
            <a:r>
              <a:rPr lang="pt-BR" sz="1800" baseline="30000" dirty="0" smtClean="0"/>
              <a:t>.</a:t>
            </a:r>
          </a:p>
          <a:p>
            <a:pPr algn="just"/>
            <a:endParaRPr lang="es-ES" sz="1800" baseline="30000" dirty="0" smtClean="0"/>
          </a:p>
          <a:p>
            <a:pPr algn="just"/>
            <a:r>
              <a:rPr lang="it-IT" sz="1800" baseline="30000" dirty="0" smtClean="0"/>
              <a:t>Solessi </a:t>
            </a:r>
            <a:r>
              <a:rPr lang="it-IT" sz="1800" baseline="30000" dirty="0" err="1" smtClean="0"/>
              <a:t>miliquis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nihil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facerum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aliquatiis</a:t>
            </a:r>
            <a:r>
              <a:rPr lang="it-IT" sz="1800" baseline="30000" dirty="0" smtClean="0"/>
              <a:t> sin re </a:t>
            </a:r>
            <a:r>
              <a:rPr lang="it-IT" sz="1800" baseline="30000" dirty="0" err="1" smtClean="0"/>
              <a:t>nonsecupta</a:t>
            </a:r>
            <a:r>
              <a:rPr lang="it-IT" sz="1800" baseline="30000" dirty="0" smtClean="0"/>
              <a:t> aut </a:t>
            </a:r>
            <a:r>
              <a:rPr lang="it-IT" sz="1800" baseline="30000" dirty="0" err="1" smtClean="0"/>
              <a:t>volupta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sit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quibus</a:t>
            </a:r>
            <a:r>
              <a:rPr lang="it-IT" sz="1800" baseline="30000" dirty="0" smtClean="0"/>
              <a:t>, </a:t>
            </a:r>
            <a:r>
              <a:rPr lang="it-IT" sz="1800" baseline="30000" dirty="0" err="1" smtClean="0"/>
              <a:t>volorerfero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molorenis</a:t>
            </a:r>
            <a:r>
              <a:rPr lang="it-IT" sz="1800" baseline="30000" dirty="0" smtClean="0"/>
              <a:t> et et aliti con </a:t>
            </a:r>
            <a:r>
              <a:rPr lang="it-IT" sz="1800" baseline="30000" dirty="0" err="1" smtClean="0"/>
              <a:t>perrum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assum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harchil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im</a:t>
            </a:r>
            <a:r>
              <a:rPr lang="it-IT" sz="1800" baseline="30000" dirty="0" smtClean="0"/>
              <a:t> sum </a:t>
            </a:r>
            <a:r>
              <a:rPr lang="it-IT" sz="1800" baseline="30000" dirty="0" err="1" smtClean="0"/>
              <a:t>sunt</a:t>
            </a:r>
            <a:r>
              <a:rPr lang="it-IT" sz="1800" baseline="30000" dirty="0" smtClean="0"/>
              <a:t> fuga. Te </a:t>
            </a:r>
            <a:r>
              <a:rPr lang="it-IT" sz="1800" baseline="30000" dirty="0" err="1" smtClean="0"/>
              <a:t>ipsa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nemodis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elecatas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debis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que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parum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alit</a:t>
            </a:r>
            <a:r>
              <a:rPr lang="it-IT" sz="1800" baseline="30000" dirty="0" smtClean="0"/>
              <a:t> od es </a:t>
            </a:r>
            <a:r>
              <a:rPr lang="it-IT" sz="1800" baseline="30000" dirty="0" err="1" smtClean="0"/>
              <a:t>volorep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erepeli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citiatectur</a:t>
            </a:r>
            <a:r>
              <a:rPr lang="it-IT" sz="1800" baseline="30000" dirty="0" smtClean="0"/>
              <a:t>?</a:t>
            </a:r>
          </a:p>
          <a:p>
            <a:pPr algn="just"/>
            <a:endParaRPr lang="it-IT" sz="1800" baseline="30000" dirty="0" smtClean="0"/>
          </a:p>
          <a:p>
            <a:pPr algn="just"/>
            <a:endParaRPr lang="it-IT" sz="1800" baseline="30000" dirty="0"/>
          </a:p>
        </p:txBody>
      </p:sp>
      <p:sp>
        <p:nvSpPr>
          <p:cNvPr id="8" name="Rectángulo 7"/>
          <p:cNvSpPr/>
          <p:nvPr/>
        </p:nvSpPr>
        <p:spPr>
          <a:xfrm>
            <a:off x="9905653" y="5964535"/>
            <a:ext cx="4047902" cy="32712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/>
          <p:cNvSpPr/>
          <p:nvPr/>
        </p:nvSpPr>
        <p:spPr>
          <a:xfrm>
            <a:off x="5683221" y="10182027"/>
            <a:ext cx="8444864" cy="512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baseline="30000" dirty="0"/>
              <a:t>Doluptat ipiet dolupta </a:t>
            </a:r>
            <a:r>
              <a:rPr lang="ro-RO" b="1" baseline="30000" dirty="0" smtClean="0"/>
              <a:t>tiatiu</a:t>
            </a:r>
            <a:endParaRPr lang="ro-RO" b="1" baseline="30000" dirty="0"/>
          </a:p>
        </p:txBody>
      </p:sp>
      <p:sp>
        <p:nvSpPr>
          <p:cNvPr id="13" name="Rectángulo 12"/>
          <p:cNvSpPr/>
          <p:nvPr/>
        </p:nvSpPr>
        <p:spPr>
          <a:xfrm>
            <a:off x="5683221" y="10590906"/>
            <a:ext cx="8117037" cy="3863319"/>
          </a:xfrm>
          <a:prstGeom prst="rect">
            <a:avLst/>
          </a:prstGeom>
        </p:spPr>
        <p:txBody>
          <a:bodyPr wrap="square" numCol="2" spcCol="360000">
            <a:noAutofit/>
          </a:bodyPr>
          <a:lstStyle/>
          <a:p>
            <a:pPr algn="just"/>
            <a:r>
              <a:rPr lang="pt-BR" sz="1800" baseline="30000" dirty="0" err="1"/>
              <a:t>Illiatur</a:t>
            </a:r>
            <a:r>
              <a:rPr lang="pt-BR" sz="1800" baseline="30000" dirty="0"/>
              <a:t>, </a:t>
            </a:r>
            <a:r>
              <a:rPr lang="pt-BR" sz="1800" baseline="30000" dirty="0" err="1"/>
              <a:t>conestibus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dolupti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ssiminu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lparum</a:t>
            </a:r>
            <a:r>
              <a:rPr lang="pt-BR" sz="1800" baseline="30000" dirty="0"/>
              <a:t> que </a:t>
            </a:r>
            <a:r>
              <a:rPr lang="pt-BR" sz="1800" baseline="30000" dirty="0" err="1"/>
              <a:t>vent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rempores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aborio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volum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libus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simoluptat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inum</a:t>
            </a:r>
            <a:r>
              <a:rPr lang="pt-BR" sz="1800" baseline="30000" dirty="0"/>
              <a:t> que </a:t>
            </a:r>
            <a:r>
              <a:rPr lang="pt-BR" sz="1800" baseline="30000" dirty="0" err="1"/>
              <a:t>mincia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doleseque</a:t>
            </a:r>
            <a:r>
              <a:rPr lang="pt-BR" sz="1800" baseline="30000" dirty="0"/>
              <a:t> as </a:t>
            </a:r>
            <a:r>
              <a:rPr lang="pt-BR" sz="1800" baseline="30000" dirty="0" err="1"/>
              <a:t>andebissequi</a:t>
            </a:r>
            <a:r>
              <a:rPr lang="pt-BR" sz="1800" baseline="30000" dirty="0"/>
              <a:t> si </a:t>
            </a:r>
            <a:r>
              <a:rPr lang="pt-BR" sz="1800" baseline="30000" dirty="0" err="1"/>
              <a:t>re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doluptatecte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nost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quiae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nissuntem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illorib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usdandes</a:t>
            </a:r>
            <a:r>
              <a:rPr lang="pt-BR" sz="1800" baseline="30000" dirty="0"/>
              <a:t> et, </a:t>
            </a:r>
            <a:r>
              <a:rPr lang="pt-BR" sz="1800" baseline="30000" dirty="0" err="1"/>
              <a:t>nusciet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aut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facesciis</a:t>
            </a:r>
            <a:r>
              <a:rPr lang="pt-BR" sz="1800" baseline="30000" dirty="0"/>
              <a:t> </a:t>
            </a:r>
            <a:r>
              <a:rPr lang="pt-BR" sz="1800" baseline="30000" dirty="0" smtClean="0"/>
              <a:t>autem </a:t>
            </a:r>
            <a:r>
              <a:rPr lang="pt-BR" sz="1800" baseline="30000" dirty="0" err="1" smtClean="0"/>
              <a:t>conem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entiaes</a:t>
            </a:r>
            <a:r>
              <a:rPr lang="pt-BR" sz="1800" baseline="30000" dirty="0" smtClean="0"/>
              <a:t> et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vid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maxim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veruptat</a:t>
            </a:r>
            <a:r>
              <a:rPr lang="pt-BR" sz="1800" baseline="30000" dirty="0" smtClean="0"/>
              <a:t>.</a:t>
            </a:r>
          </a:p>
          <a:p>
            <a:pPr algn="just"/>
            <a:r>
              <a:rPr lang="pt-BR" sz="1800" baseline="30000" dirty="0" err="1" smtClean="0"/>
              <a:t>Mo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esequam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am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dolorrum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endendent</a:t>
            </a:r>
            <a:r>
              <a:rPr lang="pt-BR" sz="1800" baseline="30000" dirty="0" smtClean="0"/>
              <a:t>, sum </a:t>
            </a:r>
            <a:r>
              <a:rPr lang="pt-BR" sz="1800" baseline="30000" dirty="0" err="1" smtClean="0"/>
              <a:t>assi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untenis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niaeptis</a:t>
            </a:r>
            <a:r>
              <a:rPr lang="pt-BR" sz="1800" baseline="30000" dirty="0" smtClean="0"/>
              <a:t> aliam </a:t>
            </a:r>
            <a:r>
              <a:rPr lang="pt-BR" sz="1800" baseline="30000" dirty="0" err="1" smtClean="0"/>
              <a:t>eiciatur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nihicto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ribero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temporepta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autessi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taquam</a:t>
            </a:r>
            <a:r>
              <a:rPr lang="pt-BR" sz="1800" baseline="30000" dirty="0" smtClean="0"/>
              <a:t>, ut </a:t>
            </a:r>
            <a:r>
              <a:rPr lang="pt-BR" sz="1800" baseline="30000" dirty="0" err="1" smtClean="0"/>
              <a:t>eum</a:t>
            </a:r>
            <a:r>
              <a:rPr lang="pt-BR" sz="1800" baseline="30000" dirty="0" smtClean="0"/>
              <a:t> labo. Seque </a:t>
            </a:r>
            <a:r>
              <a:rPr lang="pt-BR" sz="1800" baseline="30000" dirty="0" err="1" smtClean="0"/>
              <a:t>cusdae</a:t>
            </a:r>
            <a:r>
              <a:rPr lang="pt-BR" sz="1800" baseline="30000" dirty="0" smtClean="0"/>
              <a:t>. Nam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quae</a:t>
            </a:r>
            <a:r>
              <a:rPr lang="pt-BR" sz="1800" baseline="30000" dirty="0" smtClean="0"/>
              <a:t>. </a:t>
            </a:r>
            <a:r>
              <a:rPr lang="pt-BR" sz="1800" baseline="30000" dirty="0" err="1" smtClean="0"/>
              <a:t>Ibusciet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consequatum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acia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culluptat</a:t>
            </a:r>
            <a:r>
              <a:rPr lang="pt-BR" sz="1800" baseline="30000" dirty="0" smtClean="0"/>
              <a:t>.</a:t>
            </a:r>
          </a:p>
          <a:p>
            <a:pPr algn="just"/>
            <a:r>
              <a:rPr lang="es-ES" sz="1800" baseline="30000" dirty="0" smtClean="0"/>
              <a:t> </a:t>
            </a:r>
          </a:p>
          <a:p>
            <a:pPr algn="just"/>
            <a:r>
              <a:rPr lang="it-IT" sz="1800" baseline="30000" dirty="0" smtClean="0"/>
              <a:t>Solessi </a:t>
            </a:r>
            <a:r>
              <a:rPr lang="it-IT" sz="1800" baseline="30000" dirty="0" err="1" smtClean="0"/>
              <a:t>miliquis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nihil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facerum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aliquatiis</a:t>
            </a:r>
            <a:r>
              <a:rPr lang="it-IT" sz="1800" baseline="30000" dirty="0" smtClean="0"/>
              <a:t> sin re </a:t>
            </a:r>
            <a:r>
              <a:rPr lang="it-IT" sz="1800" baseline="30000" dirty="0" err="1" smtClean="0"/>
              <a:t>nonsecupta</a:t>
            </a:r>
            <a:r>
              <a:rPr lang="it-IT" sz="1800" baseline="30000" dirty="0" smtClean="0"/>
              <a:t>  aut </a:t>
            </a:r>
            <a:r>
              <a:rPr lang="it-IT" sz="1800" baseline="30000" dirty="0" err="1" smtClean="0"/>
              <a:t>volupta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sit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quibus</a:t>
            </a:r>
            <a:r>
              <a:rPr lang="it-IT" sz="1800" baseline="30000" dirty="0" smtClean="0"/>
              <a:t>, </a:t>
            </a:r>
            <a:r>
              <a:rPr lang="it-IT" sz="1800" baseline="30000" dirty="0" err="1" smtClean="0"/>
              <a:t>volorerfero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molorenis</a:t>
            </a:r>
            <a:r>
              <a:rPr lang="it-IT" sz="1800" baseline="30000" dirty="0" smtClean="0"/>
              <a:t> et et aliti con </a:t>
            </a:r>
            <a:r>
              <a:rPr lang="it-IT" sz="1800" baseline="30000" dirty="0" err="1" smtClean="0"/>
              <a:t>perrum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assum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harchil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im</a:t>
            </a:r>
            <a:r>
              <a:rPr lang="it-IT" sz="1800" baseline="30000" dirty="0" smtClean="0"/>
              <a:t> sum </a:t>
            </a:r>
            <a:r>
              <a:rPr lang="it-IT" sz="1800" baseline="30000" dirty="0" err="1" smtClean="0"/>
              <a:t>sunt</a:t>
            </a:r>
            <a:r>
              <a:rPr lang="it-IT" sz="1800" baseline="30000" dirty="0" smtClean="0"/>
              <a:t> fuga. Te </a:t>
            </a:r>
            <a:r>
              <a:rPr lang="it-IT" sz="1800" baseline="30000" dirty="0" err="1" smtClean="0"/>
              <a:t>ipsa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nemodis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elecatas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debis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que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parum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alit</a:t>
            </a:r>
            <a:r>
              <a:rPr lang="it-IT" sz="1800" baseline="30000" dirty="0" smtClean="0"/>
              <a:t> od es </a:t>
            </a:r>
            <a:r>
              <a:rPr lang="it-IT" sz="1800" baseline="30000" dirty="0" err="1" smtClean="0"/>
              <a:t>volorep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erepeli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citiatectur</a:t>
            </a:r>
            <a:r>
              <a:rPr lang="it-IT" sz="1800" baseline="30000" dirty="0" smtClean="0"/>
              <a:t>?</a:t>
            </a:r>
          </a:p>
          <a:p>
            <a:pPr algn="just"/>
            <a:r>
              <a:rPr lang="pt-BR" sz="1800" baseline="30000" dirty="0" err="1" smtClean="0"/>
              <a:t>Illiatur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conestibus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dolupti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ssiminu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lparum</a:t>
            </a:r>
            <a:r>
              <a:rPr lang="pt-BR" sz="1800" baseline="30000" dirty="0" smtClean="0"/>
              <a:t> que </a:t>
            </a:r>
            <a:r>
              <a:rPr lang="pt-BR" sz="1800" baseline="30000" dirty="0" err="1" smtClean="0"/>
              <a:t>vent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aborio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volum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libus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simoluptat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inum</a:t>
            </a:r>
            <a:r>
              <a:rPr lang="pt-BR" sz="1800" baseline="30000" dirty="0" smtClean="0"/>
              <a:t> que </a:t>
            </a:r>
            <a:r>
              <a:rPr lang="pt-BR" sz="1800" baseline="30000" dirty="0" err="1" smtClean="0"/>
              <a:t>mincia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doleseque</a:t>
            </a:r>
            <a:r>
              <a:rPr lang="pt-BR" sz="1800" baseline="30000" dirty="0" smtClean="0"/>
              <a:t> as </a:t>
            </a:r>
            <a:r>
              <a:rPr lang="pt-BR" sz="1800" baseline="30000" dirty="0" err="1" smtClean="0"/>
              <a:t>andebissequi</a:t>
            </a:r>
            <a:r>
              <a:rPr lang="pt-BR" sz="1800" baseline="30000" dirty="0" smtClean="0"/>
              <a:t> si </a:t>
            </a:r>
            <a:r>
              <a:rPr lang="pt-BR" sz="1800" baseline="30000" dirty="0" err="1" smtClean="0"/>
              <a:t>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doluptatecte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nost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quiae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nissuntem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illorib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usdandes</a:t>
            </a:r>
            <a:r>
              <a:rPr lang="pt-BR" sz="1800" baseline="30000" dirty="0" smtClean="0"/>
              <a:t> et, </a:t>
            </a:r>
            <a:r>
              <a:rPr lang="pt-BR" sz="1800" baseline="30000" dirty="0" err="1" smtClean="0"/>
              <a:t>nusciet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facesciis</a:t>
            </a:r>
            <a:r>
              <a:rPr lang="pt-BR" sz="1800" baseline="30000" dirty="0" smtClean="0"/>
              <a:t> autem </a:t>
            </a:r>
            <a:r>
              <a:rPr lang="pt-BR" sz="1800" baseline="30000" dirty="0" err="1" smtClean="0"/>
              <a:t>conem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entiaes</a:t>
            </a:r>
            <a:r>
              <a:rPr lang="pt-BR" sz="1800" baseline="30000" dirty="0" smtClean="0"/>
              <a:t> et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vid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maxim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veruptat</a:t>
            </a:r>
            <a:r>
              <a:rPr lang="pt-BR" sz="1800" baseline="30000" dirty="0" smtClean="0"/>
              <a:t>.</a:t>
            </a:r>
          </a:p>
          <a:p>
            <a:pPr algn="just"/>
            <a:r>
              <a:rPr lang="pt-BR" sz="1800" baseline="30000" dirty="0" err="1" smtClean="0"/>
              <a:t>Mo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esequam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am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dolorrum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endendent</a:t>
            </a:r>
            <a:r>
              <a:rPr lang="pt-BR" sz="1800" baseline="30000" dirty="0" smtClean="0"/>
              <a:t>, sum </a:t>
            </a:r>
            <a:r>
              <a:rPr lang="pt-BR" sz="1800" baseline="30000" dirty="0" err="1" smtClean="0"/>
              <a:t>assi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untenis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niaeptis</a:t>
            </a:r>
            <a:r>
              <a:rPr lang="pt-BR" sz="1800" baseline="30000" dirty="0" smtClean="0"/>
              <a:t> aliam </a:t>
            </a:r>
            <a:r>
              <a:rPr lang="pt-BR" sz="1800" baseline="30000" dirty="0" err="1" smtClean="0"/>
              <a:t>eiciatur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nihicto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ribero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temporepta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autessi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taquam</a:t>
            </a:r>
            <a:r>
              <a:rPr lang="pt-BR" sz="1800" baseline="30000" dirty="0" smtClean="0"/>
              <a:t>, ut </a:t>
            </a:r>
            <a:r>
              <a:rPr lang="pt-BR" sz="1800" baseline="30000" dirty="0" err="1" smtClean="0"/>
              <a:t>eum</a:t>
            </a:r>
            <a:r>
              <a:rPr lang="pt-BR" sz="1800" baseline="30000" dirty="0" smtClean="0"/>
              <a:t> labo. Seque </a:t>
            </a:r>
            <a:r>
              <a:rPr lang="pt-BR" sz="1800" baseline="30000" dirty="0" err="1" smtClean="0"/>
              <a:t>cusdae</a:t>
            </a:r>
            <a:r>
              <a:rPr lang="pt-BR" sz="1800" baseline="30000" dirty="0" smtClean="0"/>
              <a:t>. Nam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quae</a:t>
            </a:r>
            <a:r>
              <a:rPr lang="pt-BR" sz="1800" baseline="30000" dirty="0" smtClean="0"/>
              <a:t>. </a:t>
            </a:r>
            <a:r>
              <a:rPr lang="pt-BR" sz="1800" baseline="30000" dirty="0" err="1" smtClean="0"/>
              <a:t>Ibusciet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consequatum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acia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sit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culluptat</a:t>
            </a:r>
            <a:r>
              <a:rPr lang="pt-BR" sz="1800" baseline="30000" dirty="0" smtClean="0"/>
              <a:t>.</a:t>
            </a:r>
          </a:p>
          <a:p>
            <a:pPr algn="just"/>
            <a:endParaRPr lang="es-ES" sz="1800" baseline="30000" dirty="0" smtClean="0"/>
          </a:p>
          <a:p>
            <a:pPr algn="just"/>
            <a:r>
              <a:rPr lang="it-IT" sz="1800" baseline="30000" dirty="0" smtClean="0"/>
              <a:t>Solessi </a:t>
            </a:r>
            <a:r>
              <a:rPr lang="it-IT" sz="1800" baseline="30000" dirty="0" err="1" smtClean="0"/>
              <a:t>miliquis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nihil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facerum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aliquatiis</a:t>
            </a:r>
            <a:r>
              <a:rPr lang="it-IT" sz="1800" baseline="30000" dirty="0" smtClean="0"/>
              <a:t> sin re </a:t>
            </a:r>
            <a:r>
              <a:rPr lang="it-IT" sz="1800" baseline="30000" dirty="0" err="1" smtClean="0"/>
              <a:t>nonsecupta</a:t>
            </a:r>
            <a:r>
              <a:rPr lang="it-IT" sz="1800" baseline="30000" dirty="0" smtClean="0"/>
              <a:t> aut </a:t>
            </a:r>
            <a:r>
              <a:rPr lang="it-IT" sz="1800" baseline="30000" dirty="0" err="1" smtClean="0"/>
              <a:t>volupta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sit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quibus</a:t>
            </a:r>
            <a:r>
              <a:rPr lang="it-IT" sz="1800" baseline="30000" dirty="0" smtClean="0"/>
              <a:t>, </a:t>
            </a:r>
            <a:r>
              <a:rPr lang="it-IT" sz="1800" baseline="30000" dirty="0" err="1" smtClean="0"/>
              <a:t>volorerfero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molorenis</a:t>
            </a:r>
            <a:r>
              <a:rPr lang="it-IT" sz="1800" baseline="30000" dirty="0" smtClean="0"/>
              <a:t> et et aliti con </a:t>
            </a:r>
            <a:r>
              <a:rPr lang="it-IT" sz="1800" baseline="30000" dirty="0" err="1" smtClean="0"/>
              <a:t>perrum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assum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harchil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im</a:t>
            </a:r>
            <a:r>
              <a:rPr lang="it-IT" sz="1800" baseline="30000" dirty="0" smtClean="0"/>
              <a:t> sum </a:t>
            </a:r>
            <a:r>
              <a:rPr lang="it-IT" sz="1800" baseline="30000" dirty="0" err="1" smtClean="0"/>
              <a:t>sunt</a:t>
            </a:r>
            <a:r>
              <a:rPr lang="it-IT" sz="1800" baseline="30000" dirty="0" smtClean="0"/>
              <a:t> fuga. Te </a:t>
            </a:r>
            <a:r>
              <a:rPr lang="it-IT" sz="1800" baseline="30000" dirty="0" err="1" smtClean="0"/>
              <a:t>ipsa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nemodis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elecatas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debis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que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parum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alit</a:t>
            </a:r>
            <a:r>
              <a:rPr lang="it-IT" sz="1800" baseline="30000" dirty="0" smtClean="0"/>
              <a:t> od es </a:t>
            </a:r>
            <a:r>
              <a:rPr lang="it-IT" sz="1800" baseline="30000" dirty="0" err="1" smtClean="0"/>
              <a:t>volorep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erepeli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citiatectur</a:t>
            </a:r>
            <a:r>
              <a:rPr lang="it-IT" sz="1800" baseline="30000" dirty="0" smtClean="0"/>
              <a:t>?</a:t>
            </a:r>
          </a:p>
          <a:p>
            <a:pPr algn="just"/>
            <a:endParaRPr lang="it-IT" sz="1800" baseline="30000" dirty="0" smtClean="0"/>
          </a:p>
          <a:p>
            <a:pPr algn="just"/>
            <a:r>
              <a:rPr lang="it-IT" sz="1800" baseline="30000" dirty="0" smtClean="0"/>
              <a:t>Solessi </a:t>
            </a:r>
            <a:r>
              <a:rPr lang="it-IT" sz="1800" baseline="30000" dirty="0" err="1" smtClean="0"/>
              <a:t>miliquis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nihil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facerum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aliquatiis</a:t>
            </a:r>
            <a:r>
              <a:rPr lang="it-IT" sz="1800" baseline="30000" dirty="0" smtClean="0"/>
              <a:t> sin re </a:t>
            </a:r>
            <a:r>
              <a:rPr lang="it-IT" sz="1800" baseline="30000" dirty="0" err="1" smtClean="0"/>
              <a:t>nonsecupta</a:t>
            </a:r>
            <a:r>
              <a:rPr lang="it-IT" sz="1800" baseline="30000" dirty="0" smtClean="0"/>
              <a:t>  aut </a:t>
            </a:r>
            <a:r>
              <a:rPr lang="it-IT" sz="1800" baseline="30000" dirty="0" err="1" smtClean="0"/>
              <a:t>volupta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sit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quibus</a:t>
            </a:r>
            <a:r>
              <a:rPr lang="it-IT" sz="1800" baseline="30000" dirty="0" smtClean="0"/>
              <a:t>, </a:t>
            </a:r>
            <a:r>
              <a:rPr lang="it-IT" sz="1800" baseline="30000" dirty="0" err="1" smtClean="0"/>
              <a:t>volorerfero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molorenis</a:t>
            </a:r>
            <a:r>
              <a:rPr lang="it-IT" sz="1800" baseline="30000" dirty="0" smtClean="0"/>
              <a:t> et et aliti con </a:t>
            </a:r>
            <a:r>
              <a:rPr lang="it-IT" sz="1800" baseline="30000" dirty="0" err="1" smtClean="0"/>
              <a:t>perrum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assum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harchil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im</a:t>
            </a:r>
            <a:r>
              <a:rPr lang="it-IT" sz="1800" baseline="30000" dirty="0" smtClean="0"/>
              <a:t> sum </a:t>
            </a:r>
            <a:r>
              <a:rPr lang="it-IT" sz="1800" baseline="30000" dirty="0" err="1" smtClean="0"/>
              <a:t>sunt</a:t>
            </a:r>
            <a:r>
              <a:rPr lang="it-IT" sz="1800" baseline="30000" dirty="0" smtClean="0"/>
              <a:t> fuga. Te </a:t>
            </a:r>
            <a:r>
              <a:rPr lang="it-IT" sz="1800" baseline="30000" dirty="0" err="1" smtClean="0"/>
              <a:t>ipsa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nemodis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elecatas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debis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ium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que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parum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alit</a:t>
            </a:r>
            <a:r>
              <a:rPr lang="it-IT" sz="1800" baseline="30000" dirty="0" smtClean="0"/>
              <a:t> od es </a:t>
            </a:r>
            <a:r>
              <a:rPr lang="it-IT" sz="1800" baseline="30000" dirty="0" err="1" smtClean="0"/>
              <a:t>volorep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erepeli</a:t>
            </a:r>
            <a:r>
              <a:rPr lang="it-IT" sz="1800" baseline="30000" dirty="0" smtClean="0"/>
              <a:t> </a:t>
            </a:r>
            <a:r>
              <a:rPr lang="it-IT" sz="1800" baseline="30000" dirty="0" err="1" smtClean="0"/>
              <a:t>citiatectur</a:t>
            </a:r>
            <a:r>
              <a:rPr lang="it-IT" sz="1800" baseline="30000" dirty="0" smtClean="0"/>
              <a:t>?</a:t>
            </a:r>
          </a:p>
          <a:p>
            <a:pPr algn="just"/>
            <a:endParaRPr lang="it-IT" sz="1800" baseline="30000" dirty="0" smtClean="0"/>
          </a:p>
          <a:p>
            <a:pPr algn="just"/>
            <a:endParaRPr lang="it-IT" sz="1800" baseline="30000" dirty="0"/>
          </a:p>
        </p:txBody>
      </p:sp>
      <p:sp>
        <p:nvSpPr>
          <p:cNvPr id="14" name="Rectángulo 13"/>
          <p:cNvSpPr/>
          <p:nvPr/>
        </p:nvSpPr>
        <p:spPr>
          <a:xfrm>
            <a:off x="1426127" y="10182027"/>
            <a:ext cx="3919930" cy="4272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/>
          <p:cNvSpPr/>
          <p:nvPr/>
        </p:nvSpPr>
        <p:spPr>
          <a:xfrm>
            <a:off x="1426126" y="15290422"/>
            <a:ext cx="8141541" cy="24891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Rectángulo 15"/>
          <p:cNvSpPr/>
          <p:nvPr/>
        </p:nvSpPr>
        <p:spPr>
          <a:xfrm>
            <a:off x="9905653" y="15448162"/>
            <a:ext cx="8444864" cy="779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o-RO" b="1" baseline="30000" dirty="0"/>
              <a:t>Doluptat ipiet </a:t>
            </a:r>
            <a:endParaRPr lang="ro-RO" b="1" baseline="30000" dirty="0" smtClean="0"/>
          </a:p>
          <a:p>
            <a:pPr>
              <a:lnSpc>
                <a:spcPct val="80000"/>
              </a:lnSpc>
            </a:pPr>
            <a:r>
              <a:rPr lang="ro-RO" b="1" baseline="30000" dirty="0" smtClean="0"/>
              <a:t>dolupta tiatiu</a:t>
            </a:r>
            <a:endParaRPr lang="ro-RO" b="1" baseline="30000" dirty="0"/>
          </a:p>
        </p:txBody>
      </p:sp>
      <p:sp>
        <p:nvSpPr>
          <p:cNvPr id="17" name="Rectángulo 16"/>
          <p:cNvSpPr/>
          <p:nvPr/>
        </p:nvSpPr>
        <p:spPr>
          <a:xfrm>
            <a:off x="9905653" y="16103202"/>
            <a:ext cx="3894605" cy="1676358"/>
          </a:xfrm>
          <a:prstGeom prst="rect">
            <a:avLst/>
          </a:prstGeom>
        </p:spPr>
        <p:txBody>
          <a:bodyPr wrap="square" numCol="1" spcCol="360000">
            <a:noAutofit/>
          </a:bodyPr>
          <a:lstStyle/>
          <a:p>
            <a:pPr algn="just"/>
            <a:r>
              <a:rPr lang="pt-BR" sz="1800" baseline="30000" dirty="0" err="1"/>
              <a:t>Illiatur</a:t>
            </a:r>
            <a:r>
              <a:rPr lang="pt-BR" sz="1800" baseline="30000" dirty="0"/>
              <a:t>, </a:t>
            </a:r>
            <a:r>
              <a:rPr lang="pt-BR" sz="1800" baseline="30000" dirty="0" err="1"/>
              <a:t>conestibus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dolupti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ssiminu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lparum</a:t>
            </a:r>
            <a:r>
              <a:rPr lang="pt-BR" sz="1800" baseline="30000" dirty="0"/>
              <a:t> que </a:t>
            </a:r>
            <a:r>
              <a:rPr lang="pt-BR" sz="1800" baseline="30000" dirty="0" err="1"/>
              <a:t>vent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rempores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aborio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volum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libus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simoluptat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inum</a:t>
            </a:r>
            <a:r>
              <a:rPr lang="pt-BR" sz="1800" baseline="30000" dirty="0"/>
              <a:t> que </a:t>
            </a:r>
            <a:r>
              <a:rPr lang="pt-BR" sz="1800" baseline="30000" dirty="0" err="1"/>
              <a:t>mincia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doleseque</a:t>
            </a:r>
            <a:r>
              <a:rPr lang="pt-BR" sz="1800" baseline="30000" dirty="0"/>
              <a:t> as </a:t>
            </a:r>
            <a:r>
              <a:rPr lang="pt-BR" sz="1800" baseline="30000" dirty="0" err="1"/>
              <a:t>andebissequi</a:t>
            </a:r>
            <a:r>
              <a:rPr lang="pt-BR" sz="1800" baseline="30000" dirty="0"/>
              <a:t> si </a:t>
            </a:r>
            <a:r>
              <a:rPr lang="pt-BR" sz="1800" baseline="30000" dirty="0" err="1"/>
              <a:t>re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doluptatecte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nost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quiae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nissuntem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illorib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usdandes</a:t>
            </a:r>
            <a:r>
              <a:rPr lang="pt-BR" sz="1800" baseline="30000" dirty="0"/>
              <a:t> et, </a:t>
            </a:r>
            <a:r>
              <a:rPr lang="pt-BR" sz="1800" baseline="30000" dirty="0" err="1"/>
              <a:t>nusciet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aut</a:t>
            </a:r>
            <a:r>
              <a:rPr lang="pt-BR" sz="1800" baseline="30000" dirty="0"/>
              <a:t> </a:t>
            </a:r>
            <a:r>
              <a:rPr lang="pt-BR" sz="1800" baseline="30000" dirty="0" err="1"/>
              <a:t>facesciis</a:t>
            </a:r>
            <a:r>
              <a:rPr lang="pt-BR" sz="1800" baseline="30000" dirty="0"/>
              <a:t> </a:t>
            </a:r>
            <a:r>
              <a:rPr lang="pt-BR" sz="1800" baseline="30000" dirty="0" smtClean="0"/>
              <a:t>autem </a:t>
            </a:r>
            <a:r>
              <a:rPr lang="pt-BR" sz="1800" baseline="30000" dirty="0" err="1" smtClean="0"/>
              <a:t>conem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entiaes</a:t>
            </a:r>
            <a:r>
              <a:rPr lang="pt-BR" sz="1800" baseline="30000" dirty="0" smtClean="0"/>
              <a:t> et </a:t>
            </a:r>
            <a:r>
              <a:rPr lang="pt-BR" sz="1800" baseline="30000" dirty="0" err="1" smtClean="0"/>
              <a:t>pa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vid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maxim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veruptat</a:t>
            </a:r>
            <a:r>
              <a:rPr lang="pt-BR" sz="1800" baseline="30000" dirty="0" smtClean="0"/>
              <a:t>.</a:t>
            </a:r>
          </a:p>
          <a:p>
            <a:pPr algn="just"/>
            <a:endParaRPr lang="pt-BR" sz="1800" baseline="30000" dirty="0" smtClean="0"/>
          </a:p>
          <a:p>
            <a:pPr algn="just"/>
            <a:r>
              <a:rPr lang="pt-BR" sz="1800" baseline="30000" dirty="0" err="1" smtClean="0"/>
              <a:t>Mo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esequam</a:t>
            </a:r>
            <a:r>
              <a:rPr lang="pt-BR" sz="1800" baseline="30000" dirty="0" smtClean="0"/>
              <a:t>, </a:t>
            </a:r>
            <a:r>
              <a:rPr lang="pt-BR" sz="1800" baseline="30000" dirty="0" err="1" smtClean="0"/>
              <a:t>am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dolorrum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endendent</a:t>
            </a:r>
            <a:r>
              <a:rPr lang="pt-BR" sz="1800" baseline="30000" dirty="0" smtClean="0"/>
              <a:t>, sum </a:t>
            </a:r>
            <a:r>
              <a:rPr lang="pt-BR" sz="1800" baseline="30000" dirty="0" err="1" smtClean="0"/>
              <a:t>assi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untenis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con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niaeptis</a:t>
            </a:r>
            <a:r>
              <a:rPr lang="pt-BR" sz="1800" baseline="30000" dirty="0" smtClean="0"/>
              <a:t> aliam </a:t>
            </a:r>
            <a:r>
              <a:rPr lang="pt-BR" sz="1800" baseline="30000" dirty="0" err="1" smtClean="0"/>
              <a:t>eiciatur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sin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rempore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nihicto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ribero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temporepta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autessi</a:t>
            </a:r>
            <a:r>
              <a:rPr lang="pt-BR" sz="1800" baseline="30000" dirty="0" smtClean="0"/>
              <a:t> </a:t>
            </a:r>
            <a:r>
              <a:rPr lang="pt-BR" sz="1800" baseline="30000" dirty="0" err="1" smtClean="0"/>
              <a:t>taquam</a:t>
            </a:r>
            <a:r>
              <a:rPr lang="pt-BR" sz="1800" baseline="30000" dirty="0" smtClean="0"/>
              <a:t>, ut </a:t>
            </a:r>
            <a:r>
              <a:rPr lang="pt-BR" sz="1800" baseline="30000" dirty="0" err="1" smtClean="0"/>
              <a:t>eum</a:t>
            </a:r>
            <a:r>
              <a:rPr lang="pt-BR" sz="1800" baseline="30000" dirty="0" smtClean="0"/>
              <a:t> labo. Seque </a:t>
            </a:r>
            <a:r>
              <a:rPr lang="pt-BR" sz="1800" baseline="30000" dirty="0" err="1" smtClean="0"/>
              <a:t>cusdae</a:t>
            </a:r>
            <a:r>
              <a:rPr lang="pt-BR" sz="1800" baseline="30000" dirty="0" smtClean="0"/>
              <a:t>. </a:t>
            </a:r>
            <a:endParaRPr lang="it-IT" sz="1800" baseline="30000" dirty="0"/>
          </a:p>
        </p:txBody>
      </p:sp>
      <p:sp>
        <p:nvSpPr>
          <p:cNvPr id="18" name="Rectángulo 17"/>
          <p:cNvSpPr/>
          <p:nvPr/>
        </p:nvSpPr>
        <p:spPr>
          <a:xfrm>
            <a:off x="1426126" y="20107608"/>
            <a:ext cx="1842121" cy="559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chemeClr val="bg1">
                    <a:lumMod val="65000"/>
                  </a:schemeClr>
                </a:solidFill>
              </a:rPr>
              <a:t>p</a:t>
            </a:r>
            <a:r>
              <a:rPr lang="es-ES" sz="1800" dirty="0" err="1" smtClean="0">
                <a:solidFill>
                  <a:schemeClr val="bg1">
                    <a:lumMod val="65000"/>
                  </a:schemeClr>
                </a:solidFill>
              </a:rPr>
              <a:t>artner</a:t>
            </a:r>
            <a:r>
              <a:rPr lang="es-ES" sz="1800" dirty="0" smtClean="0">
                <a:solidFill>
                  <a:schemeClr val="bg1">
                    <a:lumMod val="65000"/>
                  </a:schemeClr>
                </a:solidFill>
              </a:rPr>
              <a:t> logo</a:t>
            </a:r>
            <a:endParaRPr lang="es-E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3919192" y="20107608"/>
            <a:ext cx="1842121" cy="559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chemeClr val="bg1">
                    <a:lumMod val="65000"/>
                  </a:schemeClr>
                </a:solidFill>
              </a:rPr>
              <a:t>partner</a:t>
            </a:r>
            <a:r>
              <a:rPr lang="es-ES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1800" dirty="0" smtClean="0">
                <a:solidFill>
                  <a:schemeClr val="bg1">
                    <a:lumMod val="65000"/>
                  </a:schemeClr>
                </a:solidFill>
              </a:rPr>
              <a:t>logo</a:t>
            </a:r>
            <a:endParaRPr lang="es-ES" sz="7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6370827" y="20107608"/>
            <a:ext cx="1842121" cy="559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chemeClr val="bg1">
                    <a:lumMod val="65000"/>
                  </a:schemeClr>
                </a:solidFill>
              </a:rPr>
              <a:t>partner</a:t>
            </a:r>
            <a:r>
              <a:rPr lang="es-ES" sz="1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s-ES" sz="1800" dirty="0" smtClean="0">
                <a:solidFill>
                  <a:schemeClr val="bg1">
                    <a:lumMod val="65000"/>
                  </a:schemeClr>
                </a:solidFill>
              </a:rPr>
              <a:t>logo</a:t>
            </a:r>
            <a:endParaRPr lang="es-ES" sz="9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1322966" y="18439946"/>
            <a:ext cx="11125590" cy="1015974"/>
          </a:xfrm>
          <a:prstGeom prst="rect">
            <a:avLst/>
          </a:prstGeom>
          <a:noFill/>
        </p:spPr>
        <p:txBody>
          <a:bodyPr wrap="square" numCol="3" spcCol="180000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Miren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Agirrezabala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Etxeberria</a:t>
            </a:r>
            <a:endParaRPr lang="es-ES_tradnl" sz="1400" b="1" dirty="0">
              <a:solidFill>
                <a:srgbClr val="003B45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Jose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Luis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Agirrezabala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Etxeberria</a:t>
            </a:r>
            <a:endParaRPr lang="es-ES_tradnl" sz="1400" b="1" dirty="0">
              <a:solidFill>
                <a:srgbClr val="003B45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Edurne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Narbaiza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Sanchez</a:t>
            </a:r>
            <a:endParaRPr lang="es-ES_tradnl" sz="1400" b="1" dirty="0">
              <a:solidFill>
                <a:srgbClr val="003B45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Miren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Agirrezabala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Etxeberria</a:t>
            </a:r>
            <a:endParaRPr lang="es-ES_tradnl" sz="1400" b="1" dirty="0">
              <a:solidFill>
                <a:srgbClr val="003B45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Jose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Luis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Agirrezabala</a:t>
            </a:r>
            <a:r>
              <a:rPr lang="es-ES_tradnl" sz="1400" b="1" dirty="0">
                <a:solidFill>
                  <a:srgbClr val="003B45"/>
                </a:solidFill>
                <a:latin typeface="Arial"/>
                <a:cs typeface="Arial"/>
              </a:rPr>
              <a:t> </a:t>
            </a:r>
            <a:r>
              <a:rPr lang="es-ES_tradnl" sz="1400" b="1" dirty="0" err="1">
                <a:solidFill>
                  <a:srgbClr val="003B45"/>
                </a:solidFill>
                <a:latin typeface="Arial"/>
                <a:cs typeface="Arial"/>
              </a:rPr>
              <a:t>Etxeberria</a:t>
            </a:r>
            <a:endParaRPr lang="es-ES_tradnl" sz="1400" b="1" dirty="0">
              <a:solidFill>
                <a:srgbClr val="003B45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lang="es-ES" sz="14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hr-HR" sz="1200" dirty="0" smtClean="0">
                <a:solidFill>
                  <a:srgbClr val="00ACBD"/>
                </a:solidFill>
                <a:latin typeface="Arial"/>
                <a:cs typeface="Arial"/>
              </a:rPr>
              <a:t>MONDRAGON UNIBERTSITATEKO IRAKASLEAK</a:t>
            </a:r>
            <a:endParaRPr lang="es-ES" sz="1200" dirty="0">
              <a:solidFill>
                <a:srgbClr val="00ACBD"/>
              </a:solidFill>
              <a:latin typeface="Arial"/>
              <a:cs typeface="Arial"/>
            </a:endParaRPr>
          </a:p>
        </p:txBody>
      </p:sp>
      <p:sp>
        <p:nvSpPr>
          <p:cNvPr id="30" name="Título 1"/>
          <p:cNvSpPr txBox="1">
            <a:spLocks/>
          </p:cNvSpPr>
          <p:nvPr/>
        </p:nvSpPr>
        <p:spPr>
          <a:xfrm>
            <a:off x="1136890" y="4143066"/>
            <a:ext cx="12506117" cy="1156935"/>
          </a:xfrm>
          <a:prstGeom prst="rect">
            <a:avLst/>
          </a:prstGeom>
        </p:spPr>
        <p:txBody>
          <a:bodyPr vert="horz" lIns="208639" tIns="104319" rIns="208639" bIns="104319" rtlCol="0" anchor="t">
            <a:noAutofit/>
          </a:bodyPr>
          <a:lstStyle>
            <a:lvl1pPr algn="ctr" defTabSz="1043193" rtl="0" eaLnBrk="1" latinLnBrk="0" hangingPunct="1">
              <a:spcBef>
                <a:spcPct val="0"/>
              </a:spcBef>
              <a:buNone/>
              <a:defRPr sz="10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it-IT" sz="2800" dirty="0" smtClean="0">
                <a:solidFill>
                  <a:srgbClr val="00ACBD"/>
                </a:solidFill>
                <a:latin typeface="Arial"/>
                <a:cs typeface="Arial"/>
              </a:rPr>
              <a:t>TO ILLO CON EXPERCH ITIBUS, CONS AED UTATIBERNAT MA QUOS AUT LANT EOS DIS ET, TO TE VERIBUST</a:t>
            </a:r>
            <a:r>
              <a:rPr lang="it-IT" sz="2800" b="1" baseline="30000" dirty="0" smtClean="0">
                <a:latin typeface="Arial"/>
                <a:cs typeface="Arial"/>
              </a:rPr>
              <a:t/>
            </a:r>
            <a:br>
              <a:rPr lang="it-IT" sz="2800" b="1" baseline="30000" dirty="0" smtClean="0">
                <a:latin typeface="Arial"/>
                <a:cs typeface="Arial"/>
              </a:rPr>
            </a:br>
            <a:r>
              <a:rPr lang="en-US" sz="2800" b="1" dirty="0" smtClean="0">
                <a:solidFill>
                  <a:srgbClr val="003B45"/>
                </a:solidFill>
                <a:latin typeface="Arial"/>
                <a:cs typeface="Arial"/>
              </a:rPr>
              <a:t/>
            </a:r>
            <a:br>
              <a:rPr lang="en-US" sz="2800" b="1" dirty="0" smtClean="0">
                <a:solidFill>
                  <a:srgbClr val="003B45"/>
                </a:solidFill>
                <a:latin typeface="Arial"/>
                <a:cs typeface="Arial"/>
              </a:rPr>
            </a:br>
            <a:endParaRPr lang="en-US" sz="2800" b="1" dirty="0">
              <a:solidFill>
                <a:srgbClr val="003B4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095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674</Words>
  <Application>Microsoft Office PowerPoint</Application>
  <PresentationFormat>Personalizado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Office</vt:lpstr>
      <vt:lpstr>CONSED UTATIBERNAT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arri</dc:creator>
  <cp:lastModifiedBy>Haizea Legorburu</cp:lastModifiedBy>
  <cp:revision>21</cp:revision>
  <dcterms:created xsi:type="dcterms:W3CDTF">2019-11-18T10:42:06Z</dcterms:created>
  <dcterms:modified xsi:type="dcterms:W3CDTF">2019-11-20T08:48:31Z</dcterms:modified>
</cp:coreProperties>
</file>